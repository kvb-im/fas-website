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7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AGENT PROGRAM  ·  BY INVITATION ONLY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chasing leads.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0" b="1" i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owning a market.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146304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94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D6DE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million federal employees. 2.6 million retirees. Half a trillion dollars in TSP assets. And almost no one is speaking their language.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website, the pipeline, the CRM, the training, and the software.  You bring the license and the work ethic.  In 14 days, you're live — on your own federal benefits website, with 50 fresh federal leads dropping straight into your CRM, ready to work.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  ·  PARTNER AGENT PROGRAM  ·  FedAdvisorSolutions.com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biggest client base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is fighting for.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employees, postal workers, and retirees are the most under-served, highest-value client base in America — and most agents will never touch them.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651760" cy="2743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46120"/>
            <a:ext cx="265176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2.2M+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civilian employees eligible for FERS, FEGLI, FEHB, and TSP planning.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19856" y="3246120"/>
            <a:ext cx="2651760" cy="2743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9856" y="3246120"/>
            <a:ext cx="265176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3566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600K+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648456" y="4800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employees — a huge underserved subset with unique retirement questions.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1072" y="3246120"/>
            <a:ext cx="2651760" cy="2743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3246120"/>
            <a:ext cx="265176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3566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2.6M+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519672" y="4800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retirees and survivors making benefits decisions every single year.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62288" y="3246120"/>
            <a:ext cx="2651760" cy="2743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62288" y="3246120"/>
            <a:ext cx="265176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3566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$500K+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390888" y="4800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TSP balance at retirement — every conversation carries real weight.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OPM FedScope civilian employment data; USPS employee count; OPM retiree rolls; TSP participant balance reports.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felt this.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good agent has.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109728" cy="8412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brand.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0" y="24231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employees don't take meetings with strangers. Without a credible platform, you're just another business card in the recycle bin.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82696"/>
            <a:ext cx="109728" cy="8412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7413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training.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0" y="337413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FERS, FEGLI, TSP, FEHB, survivor benefits — miss one detail and the prospect knows. And they don't come back.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33672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33672"/>
            <a:ext cx="109728" cy="8412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2511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leads.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40480" y="432511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Cold-calling feds doesn't work. Buying garbage internet leads doesn't work. You need people who already raised their hand.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184648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184648"/>
            <a:ext cx="109728" cy="8412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27608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system.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40480" y="527608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CRM, disclosures, follow-up, compliance. Do it alone and you burn out before you break even.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000" dirty="0"/>
          </a:p>
        </p:txBody>
      </p:sp>
      <p:pic>
        <p:nvPicPr>
          <p:cNvPr id="4" name="Image 0" descr="/home/user/workspace/fbe-partner-deck/agent-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0"/>
            <a:ext cx="4572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92040" y="77724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the machine.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892040" y="160020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i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just plug in.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4892040" y="2606040"/>
            <a:ext cx="128016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27889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website our advisors use. Same lead engine. Same CRM. Same software. Same training.  Your name on the site. Your leads in your CRM — in 14 days.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2040" y="4297680"/>
            <a:ext cx="2194560" cy="19659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4297680"/>
            <a:ext cx="21945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6360" y="4526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166360" y="4983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66360" y="53949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personally-branded federal benefits website — live in days.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69480" y="4297680"/>
            <a:ext cx="2194560" cy="19659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4297680"/>
            <a:ext cx="21945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4526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543800" y="4983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43800" y="53949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fresh federal leads to launch — dropped straight into the CRM we provide.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646920" y="4297680"/>
            <a:ext cx="2194560" cy="19659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46920" y="4297680"/>
            <a:ext cx="21945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21240" y="4526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921240" y="4983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921240" y="53949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Benefit Specialist training and the Analysis Software Platform — included.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64465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  ·  PARTNER AGENT PROGRAM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WHAT YOU GET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 day one.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components. One package. Everything you need to look — and perform — like a national federal benefits authority from the day you 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98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Agent-Branded Website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federal benefits website — your name, photo, and bio positioning you as the federal benefits advisor.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69748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69748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898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246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Fresh Leads to Launch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794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warm, opt-in federal prospects requesting a benefits review — delivered with your launch. Additional leads at pass-through cost.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69748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69748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898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246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+ Dialer Included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794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CRM — leads auto-loaded, contact history tracked, email + text templates, predictive dialer built in.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38248" y="452628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8248" y="452628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2568" y="47274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712568" y="50749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 Training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12568" y="5623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Benefit Specialist training classes on FERS, TSP, FEGLI, FEHB — on demand, if you need them.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7288" y="452628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7288" y="452628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47274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61608" y="50749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Software Platform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61608" y="5623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Benefit Analysis Software Platform — the same tool our in-house advisors use to close.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YOUR BRANDED WEBSITE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federal benefits site —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your name on it.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the same website structure our in-house advisors use — the sticky header, the agency pill bar (USPS, VA, FAA, DoD, Armed Forces), the FERS / FEGLI / FEHB / TSP explainers, and the flagship Personalized Benefits Analysis Report request form.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headshot, name, and bio on the homepage hero.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calendar link on every call-to-action button.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and email on every page and confirmation.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domain, hosting, and SSL — fully managed for you.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non-affiliation disclosure — pre-installed and compliant.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5257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737360"/>
            <a:ext cx="5257800" cy="274320"/>
          </a:xfrm>
          <a:prstGeom prst="rect">
            <a:avLst/>
          </a:prstGeom>
          <a:solidFill>
            <a:srgbClr val="F5F1E8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783080"/>
            <a:ext cx="4983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janedoe.fedadvisorsolutions.com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2011680"/>
            <a:ext cx="5257800" cy="1554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1945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Federal Benefits Advisor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26974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Doe  ·  Federal Benefits Consultant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3108960"/>
            <a:ext cx="1828800" cy="3200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My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7033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703320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08392" y="37033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08392" y="3703320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95944" y="37033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95944" y="3703320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83496" y="37033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83496" y="3703320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671048" y="37033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71048" y="3703320"/>
            <a:ext cx="941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FORCES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416052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FERS Pension Projection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4453128"/>
            <a:ext cx="4800600" cy="13716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50799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4800600"/>
            <a:ext cx="4800600" cy="13716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855464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FEGLI Life Insurance Review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5148072"/>
            <a:ext cx="4800600" cy="13716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5202936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FEHB Into Retirement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5495544"/>
            <a:ext cx="4800600" cy="13716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5550408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Benefits Planning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CRM INCLUDED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CRM built to close.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spreadsheet.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CRM platform that houses every incoming lead, tracks every touch, and gives you the tools to work them at scale — emails, texts, and a predictive dialer, all in one place.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56235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17520"/>
            <a:ext cx="56235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186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Lead. Every Touch.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675888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monthly leads auto-loaded and tagged. Full contact history — calls, emails, texts, notes — attached to every prospect.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81928" y="3017520"/>
            <a:ext cx="56235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3017520"/>
            <a:ext cx="56235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32186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+ Text Templates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01968" y="3675888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federal-benefits outreach sequences. First-touch, no-answer follow-up, appointment reminders, post-analysis nurture — send one at a time or drop into automation.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27448"/>
            <a:ext cx="56235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27448"/>
            <a:ext cx="56235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2861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Dialer Built 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5385816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your list without hand-dialing. Auto-skip no-answers, log dispositions, drop pre-recorded voicemails — 3x the connects per hour.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1928" y="4727448"/>
            <a:ext cx="56235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1928" y="4727448"/>
            <a:ext cx="56235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492861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Configured. Not DIY.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01968" y="5385816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disposition tags, cadences, templates — delivered pre-loaded for federal benefits sales. You log in and work leads. That's it.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One login. Zero setup on you.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50 FRESH FEDERAL LEADS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pipeline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never runs dry.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fresh, opt-in federal leads land in your CRM to launch — prospects who raised their hand requesting a benefits review. Federal, postal, and military audiences. Reorder on demand at pass-through cost ($50/lead, 50-lead minimum), zero markup.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264033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160520"/>
            <a:ext cx="264033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389120"/>
            <a:ext cx="22745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4800600"/>
            <a:ext cx="22745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Included with Launch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5212080"/>
            <a:ext cx="227457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fresh federal leads delivered with your launch package — nothing more to buy on day 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26130" y="4160520"/>
            <a:ext cx="264033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6130" y="4160520"/>
            <a:ext cx="264033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4730" y="4389120"/>
            <a:ext cx="22745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54730" y="4800600"/>
            <a:ext cx="22745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Shared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54730" y="5212080"/>
            <a:ext cx="227457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leads, your list, your relationships. Never resold, never recycled to another agent.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5060" y="4160520"/>
            <a:ext cx="264033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5060" y="4160520"/>
            <a:ext cx="264033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3660" y="4389120"/>
            <a:ext cx="22745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23660" y="4800600"/>
            <a:ext cx="22745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Lightly Qualified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23660" y="5212080"/>
            <a:ext cx="227457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Federal, postal, and military employees only — filtered before they hit your CRM.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63990" y="4160520"/>
            <a:ext cx="264033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63990" y="4160520"/>
            <a:ext cx="264033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2590" y="4389120"/>
            <a:ext cx="22745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92590" y="4800600"/>
            <a:ext cx="22745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Reorder On Demand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2590" y="5212080"/>
            <a:ext cx="227457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additional leads any time at $50/lead — pass-through cost, zero markup, 50-lead minimum.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FEDERAL BENEFIT SPECIALIST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Trained. Confident.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close.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Federal Benefits video training library plus 1 full day of live 1-on-1 training with our team — so you know FERS, TSP, FEGLI, and FEHB cold before your first lead drops.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5661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 Retirement Fundamentals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FERS, CSRS, and hybrid systems. Pension math, high-3 calculation, and MRA rules.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3017520"/>
            <a:ext cx="35661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3200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TSP Deep Dive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selection, glidepaths, catch-up contributions, and rollover strategy at retirement.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3017520"/>
            <a:ext cx="35661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3200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FEGLI + Life Insurance Gap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67344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and Option A/B/C, retiree premium reduction, and private-market alternatives.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35661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651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FEHB Into Retirement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5595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rule, Medicare coordination, and the FEHB survivor advantage.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70832" y="4782312"/>
            <a:ext cx="35661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49651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Survivor Benefits + Estate Basics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45152" y="55595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elections, survivor annuities, and gap planning for spouses.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93024" y="4782312"/>
            <a:ext cx="35661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7344" y="49651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Analysis-Call Playbook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67344" y="55595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deliver the Personalized Benefits Analysis and convert to a paid client.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ANALYSIS SOFTWARE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that turns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prospects into clients.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Benefit Analysis Software Platform generates a full personalized federal-benefits picture in minutes — delivered to the prospect and walked through personally. Same platform our in-house advisors use to close.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5661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1752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18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TSP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projections and retirement-income modeling by fund allocation.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3017520"/>
            <a:ext cx="35661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301752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3218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FEGLI Review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Retiree premium curves and gap analysis vs. private alternatives.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93024" y="3017520"/>
            <a:ext cx="35661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3024" y="301752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3218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FERS Pension Projection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67344" y="3703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High-3 math, service years, and MRA-to-62 income shape.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82312"/>
            <a:ext cx="35661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782312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83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FEHB Into Retirement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4681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eligibility, plan continuation, and Medicare coordination.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0832" y="4782312"/>
            <a:ext cx="35661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0832" y="4782312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4983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Survivor Benefits Gap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45152" y="54681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elections and life-insurance coverage recommendation.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93024" y="4782312"/>
            <a:ext cx="3566160" cy="1508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93024" y="4782312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67344" y="4983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Refresh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67344" y="54681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annual update — turns every client into a renewable relationship.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YOUR INVESTMENT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serious business.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modest cost of entry.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130552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73152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Agent-Branded Website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194560"/>
            <a:ext cx="2130552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194560"/>
            <a:ext cx="73152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Fresh Leads to Launch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194560"/>
            <a:ext cx="2130552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194560"/>
            <a:ext cx="73152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Dialer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2194560"/>
            <a:ext cx="2130552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2194560"/>
            <a:ext cx="73152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Training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2194560"/>
            <a:ext cx="2130552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2194560"/>
            <a:ext cx="73152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74352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04120" y="219456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Software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276148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five, included in every partner package below.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017520"/>
            <a:ext cx="3566160" cy="324612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01752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182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7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LAUNCH FEE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340156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$4,995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777240" y="4096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Package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4709160"/>
            <a:ext cx="3108960" cy="18288"/>
          </a:xfrm>
          <a:prstGeom prst="rect">
            <a:avLst/>
          </a:prstGeom>
          <a:solidFill>
            <a:srgbClr val="3A5B8A"/>
          </a:solidFill>
          <a:ln w="12700">
            <a:solidFill>
              <a:srgbClr val="3A5B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800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Agent-branded website build + deployment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with email + text templates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fresh federal employee leads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Benefits Analysis Platform access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Benefits video training library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 day of live 1-on-1 training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16552" y="3017520"/>
            <a:ext cx="35661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16552" y="301752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3182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45152" y="340156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4645152" y="4096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45152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Hosting + Platform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45152" y="4709160"/>
            <a:ext cx="3108960" cy="18288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4800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hosting, SSL + uptime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dialer, email + SMS templates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Platform access + updates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training library — always 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 + support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site updates + fixes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284464" y="3017520"/>
            <a:ext cx="35661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84464" y="3017520"/>
            <a:ext cx="35661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13064" y="3182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· AS YOU SCALE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13064" y="340156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</a:t>
            </a:r>
            <a:endParaRPr lang="en-US" sz="3800" dirty="0"/>
          </a:p>
        </p:txBody>
      </p:sp>
      <p:sp>
        <p:nvSpPr>
          <p:cNvPr id="47" name="Text 45"/>
          <p:cNvSpPr/>
          <p:nvPr/>
        </p:nvSpPr>
        <p:spPr>
          <a:xfrm>
            <a:off x="8513064" y="4096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lead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13064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Leads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513064" y="4709160"/>
            <a:ext cx="3108960" cy="18288"/>
          </a:xfrm>
          <a:prstGeom prst="rect">
            <a:avLst/>
          </a:prstGeom>
          <a:solidFill>
            <a:srgbClr val="D8D2C2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13064" y="4800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federal employee leads on demand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cost — zero markup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50-lead minimum order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shared with other agents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Auto-fed into your CRM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▪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/ postal / military only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0" y="63550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$30K–$75K to build a practice like this from scratch.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THE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works. </a:t>
            </a:r>
            <a:pPr indent="0" marL="0">
              <a:lnSpc>
                <a:spcPct val="100000"/>
              </a:lnSpc>
              <a:buNone/>
            </a:pPr>
            <a:r>
              <a:rPr lang="en-US" sz="54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Aggressively.</a:t>
            </a:r>
            <a:endParaRPr lang="en-US" sz="5400" dirty="0"/>
          </a:p>
        </p:txBody>
      </p:sp>
      <p:pic>
        <p:nvPicPr>
          <p:cNvPr id="5" name="Image 0" descr="/home/user/workspace/fbe-partner-deck/earnings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74552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the conservative column pays back your $4,995 launch investment inside Month 1 — and funds a full year of hosting.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IS THIS YOU?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this 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949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53949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60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FIT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should absolutely be on this call.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51206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life &amp; health agent (or willing to become one).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about building a repeatable, referable practice.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on video, phone, and Zoom appointments.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follow a proven system — not reinvent it.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enter the federal space without starting from zero.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2331720"/>
            <a:ext cx="5394960" cy="3931920"/>
          </a:xfrm>
          <a:prstGeom prst="rect">
            <a:avLst/>
          </a:prstGeom>
          <a:solidFill>
            <a:srgbClr val="F5F1E8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2331720"/>
            <a:ext cx="5394960" cy="73152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73952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We'd rather tell you now.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73952" y="3611880"/>
            <a:ext cx="50292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 passive-income get-rich-quick plan.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Unwilling to work leads within 48 hours of delivery.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follow the compliance and disclosure requirements.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the shiny object every 30 days.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licensed and not planning to get licensed.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ADVISOR SOLUTIONS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didn't get on this call by accident.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your federal benefits practice.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3401568" cy="16002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91440" cy="1600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8620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Your Onboarding Call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70916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working session to lock in domain, photo, bio, and CRM setup.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749040"/>
            <a:ext cx="3401568" cy="16002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3749040"/>
            <a:ext cx="91440" cy="1600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88620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429768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Your Training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470916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 day of live 1-on-1 training with our team before your first lead drops.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3749040"/>
            <a:ext cx="3401568" cy="16002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749040"/>
            <a:ext cx="91440" cy="1600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88620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C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03920" y="429768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 in 14 Days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0" y="470916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launched, CRM live, analysis platform ready, first 50 leads delivered.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build?  Apply at FedAdvisorSolutions.com  ·  Call Mario Roker  ·  Fed Advisor Solutions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Benefits Exchange — Partner Agent Program</dc:title>
  <dc:subject>PptxGenJS Presentation</dc:subject>
  <dc:creator>Federal Benefits Exchange</dc:creator>
  <cp:lastModifiedBy>Federal Benefits Exchange</cp:lastModifiedBy>
  <cp:revision>1</cp:revision>
  <dcterms:created xsi:type="dcterms:W3CDTF">2026-08-14T20:04:04Z</dcterms:created>
  <dcterms:modified xsi:type="dcterms:W3CDTF">2026-08-14T20:04:04Z</dcterms:modified>
</cp:coreProperties>
</file>